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>
      <p:cViewPr varScale="1">
        <p:scale>
          <a:sx n="114" d="100"/>
          <a:sy n="114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44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01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589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29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5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76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1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0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8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9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13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4A8F571-18CC-364F-BF45-D6694EFE6F57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4EC4F-1CB6-414E-AB3F-2B05A297EC7D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669546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AB2979-F9D5-EE2A-38D4-C7903D693894}"/>
              </a:ext>
            </a:extLst>
          </p:cNvPr>
          <p:cNvSpPr/>
          <p:nvPr/>
        </p:nvSpPr>
        <p:spPr>
          <a:xfrm>
            <a:off x="2490952" y="641131"/>
            <a:ext cx="1080000" cy="1080000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12EDD5-ECDA-DC49-E012-AFD7FC7121B9}"/>
              </a:ext>
            </a:extLst>
          </p:cNvPr>
          <p:cNvSpPr/>
          <p:nvPr/>
        </p:nvSpPr>
        <p:spPr>
          <a:xfrm>
            <a:off x="3739889" y="641131"/>
            <a:ext cx="1080000" cy="1080000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DA1BEC-EFC3-AC34-7D42-1BE8467A6E75}"/>
              </a:ext>
            </a:extLst>
          </p:cNvPr>
          <p:cNvSpPr/>
          <p:nvPr/>
        </p:nvSpPr>
        <p:spPr>
          <a:xfrm>
            <a:off x="4988825" y="641131"/>
            <a:ext cx="1080000" cy="1080000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88966B9-3DCF-911A-FB0F-3FDD6ACC9320}"/>
              </a:ext>
            </a:extLst>
          </p:cNvPr>
          <p:cNvSpPr/>
          <p:nvPr/>
        </p:nvSpPr>
        <p:spPr>
          <a:xfrm>
            <a:off x="2490952" y="1964409"/>
            <a:ext cx="1080000" cy="1080000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32A4AF-7EA6-494E-4F26-8215E48FF70A}"/>
              </a:ext>
            </a:extLst>
          </p:cNvPr>
          <p:cNvSpPr/>
          <p:nvPr/>
        </p:nvSpPr>
        <p:spPr>
          <a:xfrm>
            <a:off x="4988825" y="1964409"/>
            <a:ext cx="1080000" cy="1080000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4E65A7-5AE3-F620-C3C6-C8F17D67D3BF}"/>
              </a:ext>
            </a:extLst>
          </p:cNvPr>
          <p:cNvSpPr/>
          <p:nvPr/>
        </p:nvSpPr>
        <p:spPr>
          <a:xfrm>
            <a:off x="2490952" y="3287687"/>
            <a:ext cx="1080000" cy="1080000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15C69C0-8334-E203-89AA-D2B19C37237E}"/>
              </a:ext>
            </a:extLst>
          </p:cNvPr>
          <p:cNvSpPr/>
          <p:nvPr/>
        </p:nvSpPr>
        <p:spPr>
          <a:xfrm>
            <a:off x="3739889" y="3287687"/>
            <a:ext cx="1080000" cy="1080000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974900B-BEDF-7EC2-4A35-32F0498AC5B5}"/>
              </a:ext>
            </a:extLst>
          </p:cNvPr>
          <p:cNvSpPr/>
          <p:nvPr/>
        </p:nvSpPr>
        <p:spPr>
          <a:xfrm>
            <a:off x="4988825" y="3287687"/>
            <a:ext cx="1080000" cy="1080000"/>
          </a:xfrm>
          <a:prstGeom prst="round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BC90C98-A629-BA06-9D4C-4DEB11EEE5E2}"/>
              </a:ext>
            </a:extLst>
          </p:cNvPr>
          <p:cNvSpPr/>
          <p:nvPr/>
        </p:nvSpPr>
        <p:spPr>
          <a:xfrm>
            <a:off x="3030952" y="1064409"/>
            <a:ext cx="2880000" cy="2880000"/>
          </a:xfrm>
          <a:prstGeom prst="roundRect">
            <a:avLst/>
          </a:prstGeom>
          <a:solidFill>
            <a:srgbClr val="FFFFFF"/>
          </a:solidFill>
          <a:ln w="34925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131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{444491E4-CC43-3643-AEEB-40469AC81234}TFefd6d88b-1cdf-4cf1-b12f-97bffb533a8d46f2184e-fd77f2bb8a54</Template>
  <TotalTime>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MS Shell Dlg 2</vt:lpstr>
      <vt:lpstr>Wingdings</vt:lpstr>
      <vt:lpstr>Wingdings 3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Ujwal N K</dc:creator>
  <cp:lastModifiedBy>Ujwal N K</cp:lastModifiedBy>
  <cp:revision>1</cp:revision>
  <dcterms:created xsi:type="dcterms:W3CDTF">2026-08-21T10:04:51Z</dcterms:created>
  <dcterms:modified xsi:type="dcterms:W3CDTF">2026-08-21T10:13:12Z</dcterms:modified>
</cp:coreProperties>
</file>